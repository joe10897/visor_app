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0972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5400" b="1">
                <a:solidFill>
                  <a:srgbClr val="0F172A"/>
                </a:solidFill>
                <a:latin typeface="Microsoft JhengHei"/>
              </a:defRPr>
            </a:pPr>
            <a:r>
              <a:t>V.I.S.O.R.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icrosoft JhengHei"/>
              </a:defRPr>
            </a:pPr>
            <a:r>
              <a:t>智慧視覺機車安全行車輔助系統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38328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2377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D9488"/>
                </a:solidFill>
                <a:latin typeface="Microsoft JhengHei"/>
              </a:defRPr>
            </a:pPr>
            <a:r>
              <a:t>團隊成員 (PROJECT TEAM)</a:t>
            </a:r>
          </a:p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林韋丞、陳于庭、楊詠媜、林佳嫻、黃澤然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致理科技大學 資訊管理系</a:t>
            </a:r>
          </a:p>
          <a:p>
            <a:pPr>
              <a:defRPr sz="2000">
                <a:solidFill>
                  <a:srgbClr val="64748B"/>
                </a:solidFill>
                <a:latin typeface="Microsoft JhengHei"/>
              </a:defRPr>
            </a:pPr>
            <a:r>
              <a:t>專題方向：二輪邊緣視覺 AI 與智慧車載輔助系統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Microsoft JhengHei"/>
              </a:defRPr>
            </a:pPr>
            <a:r>
              <a:t>I. 研究背景與動機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icrosoft JhengHei"/>
              </a:defRPr>
            </a:pPr>
            <a:r>
              <a:t>機車道路安全危機與挑戰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02920"/>
            <a:ext cx="2743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icrosoft JhengHei"/>
              </a:defRPr>
            </a:pPr>
            <a:r>
              <a:t>二輪主動安全防護專題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防護嚴重不對稱：機車缺乏剛性車體結構保護，事故致死率高達小客車的 28 倍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死傷涉入比例高：台灣交通事故中機車涉入比例高達 61.74%，居所有運具之冠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青年族群重災區：事故傷亡者中每 3 位就有 1 位是 18 至 24 歲的青年騎士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行車環境死角多：車流頻繁交織與後視鏡盲區，騎士僅有毫秒級反應時間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缺乏專用主動方案：市售汽車 ADAS 體積龐大且昂貴，二輪族群幾乎零主動防護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台灣機車登記數達 1,440 萬輛，密度居全球第一（每平方公里約 400 輛）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V.I.S.O.R. 智慧視覺機車安全行車輔助系統  |  致理科技大學 資訊管理系                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Microsoft JhengHei"/>
              </a:defRPr>
            </a:pPr>
            <a:r>
              <a:t>I. 研究背景與動機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icrosoft JhengHei"/>
              </a:defRPr>
            </a:pPr>
            <a:r>
              <a:t>V.I.S.O.R. 系統提案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02920"/>
            <a:ext cx="2743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icrosoft JhengHei"/>
              </a:defRPr>
            </a:pPr>
            <a:r>
              <a:t>二輪主動安全防護專題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提出專為機車族群打造之低成本、純視覺全方位主動行車安全防護盾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雙向全時監控：前鏡頭 120° 與後鏡頭 160° 廣角配置，實現近 280° 全景無盲區覆蓋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動態威脅分區：即時研判威脅逼近向量，自動切換前向防撞或後方死角預警模式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直覺 HUD 燈號預警：道路數據淬鍊為安全帽極簡動態閃爍與立體蜂鳴，騎士零認知負擔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純視覺邊緣整合：全面整合 YOLO26n 輕量模型與四階邊緣消抖引擎，免昂貴雷達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核心研發使命：落實「交通平權」，讓百萬機車族群享有汽車級的主動安全防護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V.I.S.O.R. 智慧視覺機車安全行車輔助系統  |  致理科技大學 資訊管理系                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Microsoft JhengHei"/>
              </a:defRPr>
            </a:pPr>
            <a:r>
              <a:t>II. 文獻探討與基礎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icrosoft JhengHei"/>
              </a:defRPr>
            </a:pPr>
            <a:r>
              <a:t>YOLO26n 模型選型與 4:3 原生幾何架構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02920"/>
            <a:ext cx="2743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icrosoft JhengHei"/>
              </a:defRPr>
            </a:pPr>
            <a:r>
              <a:t>二輪主動安全防護專題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極致輕量化模型：參數量僅 2.37M、模型權重僅 5.4MB（比 YOLOv8n 減少 26% 參數量）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超低計算量：計算量僅 5.3 GFLOPs，專為樹莓派 Pi 5 純 CPU 邊緣推論量身打造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全鏈路 4:3 原生幾何 (384×288)：徹底消除傳統 640×640 預設的 25% 黑色填充黑邊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像素計算量直降 64.0%：有效像素密度顯著提升，樹莓派純 CPU 幀率躍升至 30+ FPS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高精度收斂成效：RTX 5070 訓練 95 輪，汽車精確率達 72.4%、機車類別 mAP50 達 61.1%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端到端處理管線：4:3 影像輸入 ➔ CLAHE 增強 ➔ YOLO26n ➔ LSTR 車道 ➔ 四階消抖 ➔ HUD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V.I.S.O.R. 智慧視覺機車安全行車輔助系統  |  致理科技大學 資訊管理系                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Microsoft JhengHei"/>
              </a:defRPr>
            </a:pPr>
            <a:r>
              <a:t>II. 文獻探討與基礎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icrosoft JhengHei"/>
              </a:defRPr>
            </a:pPr>
            <a:r>
              <a:t>分散式雙節點邊緣運算架構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02920"/>
            <a:ext cx="2743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icrosoft JhengHei"/>
              </a:defRPr>
            </a:pPr>
            <a:r>
              <a:t>二輪主動安全防護專題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堅持純 CPU 本機邊緣運算：拒絕 50~200ms 雲端網路延遲與斷網風險，本機延遲 &lt;41ms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運算與顯示硬體級解耦：徹底解決單一單板電腦資源競爭導致的掉幀與畫面撕裂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核心運算主機 (Pi 5)：置於車身，專職 4:3 雙路影像擷取、YOLO26n 推論與車道擬合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顯示驅動節點 (Pi Zero 2W)：嵌入安全帽，微秒級接收遙測封包驅動 OLED，功耗 &lt;1.5W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微秒級 UDP 廣播協定：自定義極簡二進位封包 (&lt;128B)，傳輸延遲小於 1.2ms，零隊列延遲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車載供電優勢：全系統運行功耗低於 15W，支援機車 12V 電瓶降壓直驅，散熱穩定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V.I.S.O.R. 智慧視覺機車安全行車輔助系統  |  致理科技大學 資訊管理系                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Microsoft JhengHei"/>
              </a:defRPr>
            </a:pPr>
            <a:r>
              <a:t>III. 研究方法與創新貢獻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icrosoft JhengHei"/>
              </a:defRPr>
            </a:pPr>
            <a:r>
              <a:t>多源訓練資料集架構與小目標優化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02920"/>
            <a:ext cx="2743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icrosoft JhengHei"/>
              </a:defRPr>
            </a:pPr>
            <a:r>
              <a:t>二輪主動安全防護專題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資料庫整體規模：總計 16,275 張影像、185,049 個物體實體標註（訓練集 13,157 / 驗證集 3,118）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四大融合來源：BDD100K 精選 (8,461)、台灣混流 (2,078)、盲區 (1,560)、負樣本 (468)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小目標檢測痛點：15~30 公尺遠距機車小於 24×24 像素，傳統正方形縮放特徵嚴重失真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三大工程解法：4:3 原生幾何提升有效密度、P3 淺層特徵金字塔保真、多尺度 Mosaic 增強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關鍵標註缺陷校準：深入修正 845 處大機車誤標為汽車之瑕疵，消滅近距離特徵混淆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類別精度飛躍：機車類別 mAP50 由基準 30.2% 翻倍飆升至 61.1% (+102.3%)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V.I.S.O.R. 智慧視覺機車安全行車輔助系統  |  致理科技大學 資訊管理系                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Microsoft JhengHei"/>
              </a:defRPr>
            </a:pPr>
            <a:r>
              <a:t>III. 研究方法與創新貢獻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icrosoft JhengHei"/>
              </a:defRPr>
            </a:pPr>
            <a:r>
              <a:t>四階邊緣消抖防護引擎與感知架構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02920"/>
            <a:ext cx="2743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icrosoft JhengHei"/>
              </a:defRPr>
            </a:pPr>
            <a:r>
              <a:t>二輪主動安全防護專題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單目測距微分痛點：±2 px 邊框抖動使時間差分車速暴衝至 162 km/h，導致警報瘋狂跳色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四階防禦管線：行人分流 (釋放 35% CPU)、雙指數 EMA 平滑、逼近速率門檻、施密特遲滯狀態機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消抖實測成效：成功消除 244 次無效雜訊閃爍，警報輸出穩定度大幅提升 31.5%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LSTR 輕量車道模型：僅 765K 參數、3.1MB，Skip-2 跨幀排程均攤耗時僅 11.6ms (快 UFLD 4.7 倍)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車載級三級預警分層：緊急 (TTC&lt;1.0s/2m)、警示 (TTC&lt;1.5s/4m)、注意 (TTC&lt;2.5s/8m)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雙向閉環防護：鄰道車輛隔離限黃燈，降級具備 1.5m 距離緩衝與 0.25s 冷卻期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V.I.S.O.R. 智慧視覺機車安全行車輔助系統  |  致理科技大學 資訊管理系                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Microsoft JhengHei"/>
              </a:defRPr>
            </a:pPr>
            <a:r>
              <a:t>III. 研究方法與創新貢獻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icrosoft JhengHei"/>
              </a:defRPr>
            </a:pPr>
            <a:r>
              <a:t>真實道路實測影像與全管線延遲分解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02920"/>
            <a:ext cx="2743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icrosoft JhengHei"/>
              </a:defRPr>
            </a:pPr>
            <a:r>
              <a:t>二輪主動安全防護專題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實車道路場景驗證：4 組真實行車記錄器影片完整測試，框線與預警皆為純 CPU 即時運算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市區高密度擁擠車流 (f0ace550)：24.2 FPS (41.0ms)，累計 7,825 次偵測、530 次穩定示警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快速道路順暢巡航 (50c9816b)：27.5 FPS (36.0ms)，累計 6,853 次偵測、452 次穩定示警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尖峰穿梭交織車流 (84ccd719)：22.2 FPS，支援 1.5 倍速即時高速推論驗證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後鏡頭高速盲點追蹤 (crush_2)：39.1 FPS (26.0ms)，純幾何盲區快速響應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單幀 41ms 延遲分解：YOLO26n (22.1ms) + LSTR (11.6ms) + 空間融合 (4.1ms) + HUD (3.2ms)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V.I.S.O.R. 智慧視覺機車安全行車輔助系統  |  致理科技大學 資訊管理系                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Microsoft JhengHei"/>
              </a:defRPr>
            </a:pPr>
            <a:r>
              <a:t>IV. 實驗驗證與效能基準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icrosoft JhengHei"/>
              </a:defRPr>
            </a:pPr>
            <a:r>
              <a:t>效能基準評測與極致邊緣優化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02920"/>
            <a:ext cx="2743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icrosoft JhengHei"/>
              </a:defRPr>
            </a:pPr>
            <a:r>
              <a:t>二輪主動安全防護專題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汽車檢測精確率：YOLO26n 達 72.4%（相較 YOLOv5s 基準 25.7%，大幅提升 210.8%）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機車類別 mAP50：YOLO26n 達 61.1%（相較 YOLOv5s 基準 30.2%，大幅提升 102.3%）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全類別平均 mAP50：YOLO26n 達 0.484（相較基準 0.185，整體提升 255.9%）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嵌入式 CPU 延遲：樹莓派 5 僅需 26~41ms，而 v5s 超過 150ms 嚴重延遲無法用於安全預警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車道辨識效能對比：LSTR 僅需 11.6ms (765K 參數)，相較 UFLD v2 (54.2ms) 快 4.7 倍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天候綜合適應性：日間晴朗精確率 94.2%、夜間低光 86.5%、雨霧氣候 81.8%，表現優異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V.I.S.O.R. 智慧視覺機車安全行車輔助系統  |  致理科技大學 資訊管理系                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Microsoft JhengHei"/>
              </a:defRPr>
            </a:pPr>
            <a:r>
              <a:t>IV. 實驗驗證與效能基準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icrosoft JhengHei"/>
              </a:defRPr>
            </a:pPr>
            <a:r>
              <a:t>VISOR 騎士行動端 App (v1.1.11)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02920"/>
            <a:ext cx="2743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icrosoft JhengHei"/>
              </a:defRPr>
            </a:pPr>
            <a:r>
              <a:t>二輪主動安全防護專題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跨平台數位儀表：React + Cordova 架構，BLE 低功耗藍牙雙向即時遙測，顯示時速與雷達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雙裝置電源管理：App 端可遠端獨立安全關閉車載 Pi 5 主機與安全帽 Pi Zero 2W 顯示端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HUD 滑塊調光防抖：分離介面渲染與藍牙傳輸，加入滑塊防抖機制，杜絕藍牙黏包當機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E-SOS 緊急救援：車輛傾倒逾 15 秒未扶正，自動發送含 GPS 經緯度座標之求救簡訊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Gemini 2.5 雲端教練：分析急煞、超速與傾角軌跡，生成個人化安全騎乘改善建議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專為騎士體驗打造：直覺極簡高對比介面，日夜間自動切換配色，強光下清晰可讀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V.I.S.O.R. 智慧視覺機車安全行車輔助系統  |  致理科技大學 資訊管理系               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Microsoft JhengHei"/>
              </a:defRPr>
            </a:pPr>
            <a:r>
              <a:t>V. 結論與未來展望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icrosoft JhengHei"/>
              </a:defRPr>
            </a:pPr>
            <a:r>
              <a:t>系統主要研究貢獻與成果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02920"/>
            <a:ext cx="2743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icrosoft JhengHei"/>
              </a:defRPr>
            </a:pPr>
            <a:r>
              <a:t>二輪主動安全防護專題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YOLO26n 極致邊緣能效：首創 2.37M 輕量模型 + 4:3 原生幾何（大幅節省 64% 算力）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樹莓派純 CPU 突破：在百元級 Pi 5 純 CPU 達成 24~39.1 FPS 毫秒級車載即時推論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16,275 影像資料工程：校準 845 處標註瑕疵，攻克遠端微小目標檢測與混流遷移難題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車載級四階消抖防護：消除 244 次測距跳色閃爍，警報穩定度顯著提升 31.5%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實踐二輪交通平權：以極低成本打破汽車對 ADAS 主動防護的長期壟斷，守護百萬騎士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軟硬體完整閉環：從感知、推論、消抖到安全帽 HUD 顯示與手機 App，全鏈路落地驗證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V.I.S.O.R. 智慧視覺機車安全行車輔助系統  |  致理科技大學 資訊管理系               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Microsoft JhengHei"/>
              </a:defRPr>
            </a:pPr>
            <a:r>
              <a:t>V. 結論與未來展望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icrosoft JhengHei"/>
              </a:defRPr>
            </a:pPr>
            <a:r>
              <a:t>未來研究展望與致謝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02920"/>
            <a:ext cx="2743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icrosoft JhengHei"/>
              </a:defRPr>
            </a:pPr>
            <a:r>
              <a:t>二輪主動安全防護專題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ONNX Runtime INT8 量化：將推論記憶體頻寬減半，挑戰 40+ FPS 全管線極速推論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邊緣 NPU 加速模組擴充：導入 Hailo-8 / Google Coral，實現多鏡頭百幀超即時運算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V2X 車聯網與多模態感知：整合微型毫米波雷達與車對車通訊，邁向 Level 2+ 二輪主動防護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專題團隊成員：林韋丞、陳于庭、楊詠媜、林佳嫻、黃澤然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致理科技大學 資訊管理系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感謝各位評審委員與師長的聆聽與指導！  問答與交流 Q &amp;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V.I.S.O.R. 智慧視覺機車安全行車輔助系統  |  致理科技大學 資訊管理系               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